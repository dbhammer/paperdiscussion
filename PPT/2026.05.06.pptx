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image as the concrete example: the attribute space becomes disjoint cells, each cell owns a local graph, and inter-cell edges provide lightweight cross-cell entry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Garfield: GPU-Accelerated Multi-Attribute RFANNS</dc:title>
  <dc:subject>Reading slides based on Li et al., A GPU-Accelerated Framework for Multi-Attribute Range Filtered Approximate Nearest Neighbor Search</dc:subject>
  <dc:creator/>
  <cp:lastModifiedBy/>
  <cp:revision>1</cp:revision>
  <dcterms:created xsi:type="dcterms:W3CDTF">2026-05-06T04:46:45Z</dcterms:created>
  <dcterms:modified xsi:type="dcterms:W3CDTF">2026-05-06T04:46:45Z</dcterms:modified>
</cp:coreProperties>
</file>